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C42D"/>
                </a:solidFill>
              </a:defRPr>
            </a:pPr>
            <a:r>
              <a:t>HR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FFFFFF"/>
                </a:solidFill>
              </a:defRPr>
            </a:pPr>
            <a:r>
              <a:t>Tableau Dashboard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9204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7CDE1"/>
                </a:solidFill>
              </a:defRPr>
            </a:pPr>
            <a:r>
              <a:t>HR Workforce • Attrition • Demographics • Job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An interactive HR Analytics Dashboard created using Tableau.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Consolidates workforce, attrition, demographic and job satisfaction metrics.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Designed to help HR teams monitor employee trends and identify areas requiring attention.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Uses KPI cards, charts, donut charts, a histogram and a job-satisfaction matrix.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Monitor total employees, active employees and attrition.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Measure and understand the overall attrition rate.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Analyze attrition by department, gender, age group and education field.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Compare job satisfaction across different job roles.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Present HR insights in an interactive and recruiter-friendly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3. 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2057400" cy="1828800"/>
          </a:xfrm>
          <a:prstGeom prst="roundRect">
            <a:avLst/>
          </a:prstGeom>
          <a:solidFill>
            <a:srgbClr val="F5F2F8"/>
          </a:solidFill>
          <a:ln>
            <a:solidFill>
              <a:srgbClr val="4B2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B2E6B"/>
                </a:solidFill>
              </a:defRPr>
            </a:pPr>
            <a:r>
              <a:t>Employee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192D"/>
                </a:solidFill>
              </a:defRPr>
            </a:pPr>
            <a:r>
              <a:t>1,470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554480"/>
            <a:ext cx="2057400" cy="1828800"/>
          </a:xfrm>
          <a:prstGeom prst="roundRect">
            <a:avLst/>
          </a:prstGeom>
          <a:solidFill>
            <a:srgbClr val="F5F2F8"/>
          </a:solidFill>
          <a:ln>
            <a:solidFill>
              <a:srgbClr val="4B2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79" y="182880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B2E6B"/>
                </a:solidFill>
              </a:defRPr>
            </a:pPr>
            <a:r>
              <a:t>Attrition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79" y="233172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192D"/>
                </a:solidFill>
              </a:defRPr>
            </a:pPr>
            <a:r>
              <a:t>237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9" y="1554480"/>
            <a:ext cx="2057400" cy="1828800"/>
          </a:xfrm>
          <a:prstGeom prst="roundRect">
            <a:avLst/>
          </a:prstGeom>
          <a:solidFill>
            <a:srgbClr val="F5F2F8"/>
          </a:solidFill>
          <a:ln>
            <a:solidFill>
              <a:srgbClr val="4B2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799" y="182880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B2E6B"/>
                </a:solidFill>
              </a:defRPr>
            </a:pPr>
            <a:r>
              <a:t>Attrition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799" y="233172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192D"/>
                </a:solidFill>
              </a:defRPr>
            </a:pPr>
            <a:r>
              <a:t>16.12%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554480"/>
            <a:ext cx="2057400" cy="1828800"/>
          </a:xfrm>
          <a:prstGeom prst="roundRect">
            <a:avLst/>
          </a:prstGeom>
          <a:solidFill>
            <a:srgbClr val="F5F2F8"/>
          </a:solidFill>
          <a:ln>
            <a:solidFill>
              <a:srgbClr val="4B2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182880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B2E6B"/>
                </a:solidFill>
              </a:defRPr>
            </a:pPr>
            <a:r>
              <a:t>Active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33172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192D"/>
                </a:solidFill>
              </a:defRPr>
            </a:pPr>
            <a:r>
              <a:t>1,233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554480"/>
            <a:ext cx="2057400" cy="1828800"/>
          </a:xfrm>
          <a:prstGeom prst="roundRect">
            <a:avLst/>
          </a:prstGeom>
          <a:solidFill>
            <a:srgbClr val="F5F2F8"/>
          </a:solidFill>
          <a:ln>
            <a:solidFill>
              <a:srgbClr val="4B2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82880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B2E6B"/>
                </a:solidFill>
              </a:defRPr>
            </a:pPr>
            <a:r>
              <a:t>Average 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331720"/>
            <a:ext cx="18745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192D"/>
                </a:solidFill>
              </a:defRPr>
            </a:pPr>
            <a:r>
              <a:t>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4. Dashboard Preview</a:t>
            </a:r>
          </a:p>
        </p:txBody>
      </p:sp>
      <p:pic>
        <p:nvPicPr>
          <p:cNvPr id="3" name="Picture 2" descr="8029661b-828a-47e2-8a25-a935db8f57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1018520" cy="61948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5. Attrition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Department-wise attrition: Sales 133, HR 92 and R&amp;D 12 in the displayed dashboard.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Sales represents the largest displayed share of department-wise attrition (56.12%).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Attrition by gender: Male 150 and Female 87.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The age-group donut charts provide a combined view of gender and age-related attrition patterns.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6. Workforce &amp; Demographic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The age histogram shows the distribution of employees across multiple age bands.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Average employee age displayed on the dashboard is 37.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Education-field attrition is led by Life Sciences (89) and Medical (63).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Other displayed education-field values include Marketing (35), Technical Degree (32) and Other (11).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7. Job Satisfaction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The matrix compares job roles with satisfaction ratings from 1 to 4.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It provides both role-level counts and a grand total.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This view can help identify job-role groups with comparatively lower satisfaction.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Combining satisfaction with attrition data can support deeper employee-retention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8.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192D"/>
                </a:solidFill>
              </a:defRPr>
            </a:pPr>
            <a:r>
              <a:t>• The dashboard represents a workforce of 1,470 employees, with 1,233 shown as active.</a:t>
            </a:r>
          </a:p>
          <a:p>
            <a:pPr>
              <a:spcAft>
                <a:spcPts val="1200"/>
              </a:spcAft>
              <a:defRPr sz="1800">
                <a:solidFill>
                  <a:srgbClr val="23192D"/>
                </a:solidFill>
              </a:defRPr>
            </a:pPr>
            <a:r>
              <a:t>• The displayed overall attrition rate is 16.12%.</a:t>
            </a:r>
          </a:p>
          <a:p>
            <a:pPr>
              <a:spcAft>
                <a:spcPts val="1200"/>
              </a:spcAft>
              <a:defRPr sz="1800">
                <a:solidFill>
                  <a:srgbClr val="23192D"/>
                </a:solidFill>
              </a:defRPr>
            </a:pPr>
            <a:r>
              <a:t>• Sales has the highest displayed department-wise attrition.</a:t>
            </a:r>
          </a:p>
          <a:p>
            <a:pPr>
              <a:spcAft>
                <a:spcPts val="1200"/>
              </a:spcAft>
              <a:defRPr sz="1800">
                <a:solidFill>
                  <a:srgbClr val="23192D"/>
                </a:solidFill>
              </a:defRPr>
            </a:pPr>
            <a:r>
              <a:t>• Male attrition is higher than female attrition in the dashboard.</a:t>
            </a:r>
          </a:p>
          <a:p>
            <a:pPr>
              <a:spcAft>
                <a:spcPts val="1200"/>
              </a:spcAft>
              <a:defRPr sz="1800">
                <a:solidFill>
                  <a:srgbClr val="23192D"/>
                </a:solidFill>
              </a:defRPr>
            </a:pPr>
            <a:r>
              <a:t>• Life Sciences and Medical are the largest displayed education-field categories by attrition.</a:t>
            </a:r>
          </a:p>
          <a:p>
            <a:pPr>
              <a:spcAft>
                <a:spcPts val="1200"/>
              </a:spcAft>
              <a:defRPr sz="1800">
                <a:solidFill>
                  <a:srgbClr val="23192D"/>
                </a:solidFill>
              </a:defRPr>
            </a:pPr>
            <a:r>
              <a:t>• Job satisfaction differs across job roles and can be investigated alongside retention.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9.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Investigate the reasons for higher attrition in Sales and develop targeted retention initiatives.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Analyze attrition alongside tenure, salary, overtime and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Review satisfaction levels for job roles with weaker ratings.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Compare attrition rates across demographic groups while considering group size.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Refresh the dashboard regularly to monitor changes in workforce and attrition.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10. Tools &amp;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Tableau / Tableau Public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Data Visualization and Dashboard Design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HR Analytics and Exploratory Data Analysis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KPI Development and Business Intelligence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Interactive Filters and Data Storytelling</a:t>
            </a:r>
          </a:p>
          <a:p>
            <a:pPr>
              <a:spcAft>
                <a:spcPts val="1200"/>
              </a:spcAft>
              <a:defRPr sz="2000">
                <a:solidFill>
                  <a:srgbClr val="23192D"/>
                </a:solidFill>
              </a:defRPr>
            </a:pPr>
            <a:r>
              <a:t>• Analytical interpretation and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6B"/>
                </a:solidFill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The HR Analytics Dashboard provides a consolidated view of workforce and attrition patterns.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It combines KPIs, department analysis, demographics, education fields and job satisfaction.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The dashboard demonstrates practical Tableau skills for HR and business intelligence use cases.</a:t>
            </a:r>
          </a:p>
          <a:p>
            <a:pPr>
              <a:spcAft>
                <a:spcPts val="1200"/>
              </a:spcAft>
              <a:defRPr sz="1900">
                <a:solidFill>
                  <a:srgbClr val="23192D"/>
                </a:solidFill>
              </a:defRPr>
            </a:pPr>
            <a:r>
              <a:t>• The project can be extended with tenure, compensation, overtime, performance and recruitment metrics.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B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HR Analytics Dashboard | Tableau |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